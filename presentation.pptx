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C63FF"/>
                </a:solidFill>
                <a:latin typeface="Segoe UI"/>
              </a:defRPr>
            </a:pPr>
            <a:r>
              <a:t>WIPRO CAPSTONE PROJECT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E-Commerce Test Automation Project</a:t>
            </a:r>
          </a:p>
          <a:p>
            <a:pPr>
              <a:spcAft>
                <a:spcPts val="10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t>Automated Testing for E-Commerce Website and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566160"/>
            <a:ext cx="10725912" cy="18288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3E97B"/>
                </a:solidFill>
                <a:latin typeface="Segoe UI"/>
              </a:defRPr>
            </a:pPr>
            <a:r>
              <a:t>TEAM MEMBERS: BUG-BUSTERS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Subham Sudeepta  —  </a:t>
            </a:r>
            <a:r>
              <a:rPr sz="1200">
                <a:solidFill>
                  <a:srgbClr val="A0A0B0"/>
                </a:solidFill>
                <a:latin typeface="Segoe UI"/>
              </a:rPr>
              <a:t>Project Lead &amp; Core Dev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Anand Srivastava  —  </a:t>
            </a:r>
            <a:r>
              <a:rPr sz="1200">
                <a:solidFill>
                  <a:srgbClr val="A0A0B0"/>
                </a:solidFill>
                <a:latin typeface="Segoe UI"/>
              </a:rPr>
              <a:t>Pytest BDD Lead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Anand Sai  —  </a:t>
            </a:r>
            <a:r>
              <a:rPr sz="1200">
                <a:solidFill>
                  <a:srgbClr val="A0A0B0"/>
                </a:solidFill>
                <a:latin typeface="Segoe UI"/>
              </a:rPr>
              <a:t>Product &amp; Nav Lead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Sandeep Sai  —  </a:t>
            </a:r>
            <a:r>
              <a:rPr sz="1200">
                <a:solidFill>
                  <a:srgbClr val="A0A0B0"/>
                </a:solidFill>
                <a:latin typeface="Segoe UI"/>
              </a:rPr>
              <a:t>Cart Management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114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Ganesh Jangam  —  </a:t>
            </a:r>
            <a:r>
              <a:rPr sz="1200">
                <a:solidFill>
                  <a:srgbClr val="A0A0B0"/>
                </a:solidFill>
                <a:latin typeface="Segoe UI"/>
              </a:rPr>
              <a:t>Checkout &amp; Orders Lead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Raghuram  —  </a:t>
            </a:r>
            <a:r>
              <a:rPr sz="1200">
                <a:solidFill>
                  <a:srgbClr val="A0A0B0"/>
                </a:solidFill>
                <a:latin typeface="Segoe UI"/>
              </a:rPr>
              <a:t>API Testing Lead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Sidharth  —  </a:t>
            </a:r>
            <a:r>
              <a:rPr sz="1200">
                <a:solidFill>
                  <a:srgbClr val="A0A0B0"/>
                </a:solidFill>
                <a:latin typeface="Segoe UI"/>
              </a:rPr>
              <a:t>Authentication Lead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Nithin  —  </a:t>
            </a:r>
            <a:r>
              <a:rPr sz="1200">
                <a:solidFill>
                  <a:srgbClr val="A0A0B0"/>
                </a:solidFill>
                <a:latin typeface="Segoe UI"/>
              </a:rPr>
              <a:t>Reporting &amp; CI/CD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  <a:latin typeface="Segoe UI"/>
              </a:defRPr>
            </a:pPr>
            <a:r>
              <a:t>This project is an automated testing suite for an e-commerce website. It uses code to automatically test the website and its database, making sure everything works correctly without manual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120640" cy="356616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663440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What We Are Testing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We are testing a fully working e-commerce online shop:</a:t>
            </a:r>
            <a:br/>
            <a:br/>
            <a:r>
              <a:t>• User navigation through different clothing tabs (Men, Women, Kids).</a:t>
            </a:r>
            <a:br/>
            <a:r>
              <a:t>• Cart features like adding products, changing amounts, and deleting items.</a:t>
            </a:r>
            <a:br/>
            <a:r>
              <a:t>• Checkout form where users type their address and place orders.</a:t>
            </a:r>
            <a:br/>
            <a:r>
              <a:t>• The database backend that manages user logins and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120640" cy="356616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663440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Key Project Ideas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testing project is built to be clean, smart, and stable:</a:t>
            </a:r>
            <a:br/>
            <a:br/>
            <a:r>
              <a:t>• Automated Actions: Code automatically clicks buttons and types text.</a:t>
            </a:r>
            <a:br/>
            <a:r>
              <a:t>• No Random Failures: The code waits for pages to load before doing any action.</a:t>
            </a:r>
            <a:br/>
            <a:r>
              <a:t>• Double Verification: We test the visual website and the backend data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We Need Automated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Manual Testing Takes Too Long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Clicking buttons and checking checkout forms by hand takes a lot of time and testers can make mistakes.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Slow Page Loading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Sometimes pages load slowly, causing tests to break or fail randomly if the code does not wait.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Hidden Backend Issues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Only testing the website layout can miss errors in the database or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 Reports or Details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When tests fail, it is hard to find out why without automatic screenshots or text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We Wanted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5912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137160" cy="13716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10332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6C63FF"/>
                </a:solidFill>
                <a:latin typeface="Segoe UI"/>
              </a:defRPr>
            </a:pPr>
            <a:r>
              <a:t>Automate Key Steps</a:t>
            </a:r>
          </a:p>
          <a:p>
            <a:pPr>
              <a:defRPr sz="1200">
                <a:solidFill>
                  <a:srgbClr val="A0A0B0"/>
                </a:solidFill>
                <a:latin typeface="Segoe UI"/>
              </a:defRPr>
            </a:pPr>
            <a:r>
              <a:t>Test the login page, catalog browsing, shopping cart, and final checkout checkout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10332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6C63FF"/>
                </a:solidFill>
                <a:latin typeface="Segoe UI"/>
              </a:defRPr>
            </a:pPr>
            <a:r>
              <a:t>Resilient Testing</a:t>
            </a:r>
          </a:p>
          <a:p>
            <a:pPr>
              <a:defRPr sz="1200">
                <a:solidFill>
                  <a:srgbClr val="A0A0B0"/>
                </a:solidFill>
                <a:latin typeface="Segoe UI"/>
              </a:defRPr>
            </a:pPr>
            <a:r>
              <a:t>Avoid random test failures by writing smart code that waits for buttons to become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725912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31520" y="3547872"/>
            <a:ext cx="137160" cy="13716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10332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6C63FF"/>
                </a:solidFill>
                <a:latin typeface="Segoe UI"/>
              </a:defRPr>
            </a:pPr>
            <a:r>
              <a:t>Combined UI and API Tests</a:t>
            </a:r>
          </a:p>
          <a:p>
            <a:pPr>
              <a:defRPr sz="1200">
                <a:solidFill>
                  <a:srgbClr val="A0A0B0"/>
                </a:solidFill>
                <a:latin typeface="Segoe UI"/>
              </a:defRPr>
            </a:pPr>
            <a:r>
              <a:t>Validate both the visual layout of the browser and raw data APIs in one 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725912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31520" y="4462272"/>
            <a:ext cx="137160" cy="13716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10332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6C63FF"/>
                </a:solidFill>
                <a:latin typeface="Segoe UI"/>
              </a:defRPr>
            </a:pPr>
            <a:r>
              <a:t>Automatic Online Runs</a:t>
            </a:r>
          </a:p>
          <a:p>
            <a:pPr>
              <a:defRPr sz="1200">
                <a:solidFill>
                  <a:srgbClr val="A0A0B0"/>
                </a:solidFill>
                <a:latin typeface="Segoe UI"/>
              </a:defRPr>
            </a:pPr>
            <a:r>
              <a:t>Run all tests automatically on GitHub online every time we update our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725912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1520" y="5376672"/>
            <a:ext cx="137160" cy="13716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10332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6C63FF"/>
                </a:solidFill>
                <a:latin typeface="Segoe UI"/>
              </a:defRPr>
            </a:pPr>
            <a:r>
              <a:t>Time Adherence</a:t>
            </a:r>
          </a:p>
          <a:p>
            <a:pPr>
              <a:defRPr sz="1200">
                <a:solidFill>
                  <a:srgbClr val="A0A0B0"/>
                </a:solidFill>
                <a:latin typeface="Segoe UI"/>
              </a:defRPr>
            </a:pPr>
            <a:r>
              <a:t>Finish all files, settings, and final reports inside our 7-day timeline limit.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We Tested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292608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Website UI Testing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the visual website using a real browser:</a:t>
            </a:r>
            <a:br/>
            <a:br/>
            <a:r>
              <a:t>• Navigating Men, Women, and Kids fashion sections.</a:t>
            </a:r>
            <a:br/>
            <a:r>
              <a:t>• Checking buttons, checkboxes, and input boxes.</a:t>
            </a:r>
            <a:br/>
            <a:r>
              <a:t>• Selecting sizes, colors, and adding products to cart.</a:t>
            </a:r>
            <a:br/>
            <a:r>
              <a:t>• Taking screenshot images if any page fails to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292608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API Testing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the backend server without loading the website:</a:t>
            </a:r>
            <a:br/>
            <a:br/>
            <a:r>
              <a:t>• Verifying username and password verification APIs.</a:t>
            </a:r>
            <a:br/>
            <a:r>
              <a:t>• Checking if the list of products from database is correct.</a:t>
            </a:r>
            <a:br/>
            <a:r>
              <a:t>• Testing cart additions and order creation data.</a:t>
            </a:r>
            <a:br/>
            <a:r>
              <a:t>• Re-trying automatically if server is briefly 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BDD (Plain English) Testing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Writing tests in simple English so anyone can read:</a:t>
            </a:r>
            <a:br/>
            <a:br/>
            <a:r>
              <a:t>• Writing scenarios using Given, When, Then words.</a:t>
            </a:r>
            <a:br/>
            <a:r>
              <a:t>• Connecting simple English files to Python testing code.</a:t>
            </a:r>
            <a:br/>
            <a:r>
              <a:t>• Testing different catalog search filters.</a:t>
            </a:r>
            <a:br/>
            <a:r>
              <a:t>• Creating report sheets that clients can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TECH STACK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Tools and Technologies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Python 3.14.5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primary programming language used to write all our automated test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7452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Selenium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automation tool used to open Chrome, click buttons, and type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Pytest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main test runner that starts all tests and displays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7452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Pytest-BDD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plugin used to connect plain English feature files to Python.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Requests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python library used to send API requests directly to the backend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84048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406908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online server that automatically runs all tests when code is updated.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6908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Allure Reports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The dashboard tool that generates interactive charts and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840480"/>
            <a:ext cx="2560320" cy="19202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10312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Pytest-HTML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A tool that creates a single, simple HTML file report after tests finish.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DESIGN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Page Object Model (POM)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BasePage &amp; Common Actions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A central file (base_page.py) containing common commands for the browser:</a:t>
            </a:r>
            <a:br/>
            <a:br/>
            <a:r>
              <a:t>• click(locator): Automatically waits for a button to be clickable, then clicks it.</a:t>
            </a:r>
            <a:br/>
            <a:r>
              <a:t>• enter_text(locator, text): Waits for a text box, clears it, and types text.</a:t>
            </a:r>
            <a:br/>
            <a:r>
              <a:t>• js_click(locator): Uses JavaScript to click a button if it is hidden behind menus.</a:t>
            </a:r>
            <a:br/>
            <a:r>
              <a:t>• Reusability: We write these functions once and use them across all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Separation of Pages and Locators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We separate the test code from the website layout details:</a:t>
            </a:r>
            <a:br/>
            <a:br/>
            <a:r>
              <a:t>• Locators file: Stores IDs and XPATHs (addresses) of buttons and text fields.</a:t>
            </a:r>
            <a:br/>
            <a:r>
              <a:t>• Page files: Stores specific user tasks (like login, checkout, search) using locators.</a:t>
            </a:r>
            <a:br/>
            <a:r>
              <a:t>• Benefit: If a button's ID changes, we only edit the locators file in one place. All our test cases keep working without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FRAMEWORK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E-Commerce Framework Architecture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100584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BDD Scenarios</a:t>
            </a:r>
            <a:br/>
            <a:r>
              <a:t>(Gherkin English)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194560" cy="100584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API Test Scripts</a:t>
            </a:r>
            <a:br/>
            <a:r>
              <a:t>(Python Tests)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2194560"/>
            <a:ext cx="36576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108960" y="4023360"/>
            <a:ext cx="36576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194560" cy="100584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Pytest BDD</a:t>
            </a:r>
            <a:br/>
            <a:r>
              <a:t>Step 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657600"/>
            <a:ext cx="2194560" cy="100584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REST API</a:t>
            </a:r>
            <a:br/>
            <a:r>
              <a:t>Requests Client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2194560"/>
            <a:ext cx="36576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035040" y="4023360"/>
            <a:ext cx="36576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2194560" cy="100584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Page Object Model</a:t>
            </a:r>
            <a:br/>
            <a:r>
              <a:t>(BasePage + Pages)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657600"/>
            <a:ext cx="2194560" cy="100584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Connection Session</a:t>
            </a:r>
            <a:br/>
            <a:r>
              <a:t>(Retry adapters)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61120" y="2194560"/>
            <a:ext cx="36576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961120" y="4023360"/>
            <a:ext cx="36576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1828800"/>
            <a:ext cx="1920240" cy="1005840"/>
          </a:xfrm>
          <a:prstGeom prst="roundRect">
            <a:avLst/>
          </a:prstGeom>
          <a:solidFill>
            <a:srgbClr val="43E97B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Selenium Chrome</a:t>
            </a:r>
            <a:br/>
            <a:r>
              <a:t>Web AUT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3657600"/>
            <a:ext cx="1920240" cy="1005840"/>
          </a:xfrm>
          <a:prstGeom prst="roundRect">
            <a:avLst/>
          </a:prstGeom>
          <a:solidFill>
            <a:srgbClr val="43E97B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DummyJSON</a:t>
            </a:r>
            <a:br/>
            <a:r>
              <a:t>Mock API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RUNNER &amp; HOOKS: Pytest Engine + conftest.py Driver Setup + Automatic Failure Screenshot Capture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BDD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BDD Implementation (Pytest-BDD)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English Feature Files &amp; Step Code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Makes it easy for anyone to understand what we are testing:</a:t>
            </a:r>
            <a:br/>
            <a:br/>
            <a:r>
              <a:t>• Gherkin Files: Written in simple English using Given, When, Then words.</a:t>
            </a:r>
            <a:br/>
            <a:r>
              <a:t>• Reusable Steps: Common steps (like logging in) are written once in code and reused across multiple test scenarios.</a:t>
            </a:r>
            <a:br/>
            <a:r>
              <a:t>• Context Fixtures: Used to share dynamic data (like initial item count) between different steps of the same test.</a:t>
            </a:r>
            <a:br/>
            <a:r>
              <a:t>• Test Tags: We tag tests as @filter, @positive, or @negative to run them selectively.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Exact Gherkin Filter Scenarios Used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Feature: Product Filtering Functionality</a:t>
            </a:r>
            <a:br/>
            <a:br/>
            <a:r>
              <a:t>  @filter @positive</a:t>
            </a:r>
            <a:br/>
            <a:r>
              <a:t>  Scenario: Apply single category filter</a:t>
            </a:r>
            <a:br/>
            <a:r>
              <a:t>    Given the user notes the initial product count</a:t>
            </a:r>
            <a:br/>
            <a:r>
              <a:t>    When the user selects the "Formal" filter checkbox</a:t>
            </a:r>
            <a:br/>
            <a:r>
              <a:t>    Then the product count should be updated and be less than the initial count</a:t>
            </a:r>
            <a:br/>
            <a:r>
              <a:t>    And the products displayed should be updated</a:t>
            </a:r>
            <a:br/>
            <a:br/>
            <a:r>
              <a:t>  @filter @negative</a:t>
            </a:r>
            <a:br/>
            <a:r>
              <a:t>  Scenario: Apply incompatible filters yielding no products</a:t>
            </a:r>
            <a:br/>
            <a:r>
              <a:t>    When the user selects the "Footwear" filter checkbox</a:t>
            </a:r>
            <a:br/>
            <a:r>
              <a:t>    And the user selects the "Red" filter checkbox</a:t>
            </a:r>
            <a:br/>
            <a:r>
              <a:t>    Then no products should be displayed in the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Login and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Redirections &amp; Session Check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user access to account pages:</a:t>
            </a:r>
            <a:br/>
            <a:br/>
            <a:r>
              <a:t>• Redirection: Directs user to 'My Account' page after correct login.</a:t>
            </a:r>
            <a:br/>
            <a:r>
              <a:t>• Blocked Access: Redirects unlogged users back to login if they try to access cart checkout.</a:t>
            </a:r>
            <a:br/>
            <a:r>
              <a:t>• Session: Checks that user remains logged in during page transitions.</a:t>
            </a:r>
            <a:br/>
            <a:r>
              <a:t>• Logout: Logs out user securely, blocking back-button page cache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Error Warnings &amp; Blank Inputs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error boundaries on form fields:</a:t>
            </a:r>
            <a:br/>
            <a:br/>
            <a:r>
              <a:t>• Wrong Password: Entering wrong password shows warning banner.</a:t>
            </a:r>
            <a:br/>
            <a:r>
              <a:t>• Empty Fields: Leaving username/password blank displays red error labels.</a:t>
            </a:r>
            <a:br/>
            <a:r>
              <a:t>• Secure fields: Asserts passwords are typed as hidden stars/dots.</a:t>
            </a:r>
            <a:br/>
            <a:br/>
            <a:r>
              <a:t>Key Files: login_page.py, test_login.py</a:t>
            </a:r>
            <a:br/>
            <a:r>
              <a:t>Scenarios Automated: 6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Shop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Category Navigation Routing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navigation links on main menu:</a:t>
            </a:r>
            <a:br/>
            <a:br/>
            <a:r>
              <a:t>• Category tabs: Clicks and verifies Men, Women, and Kids clothes pages.</a:t>
            </a:r>
            <a:br/>
            <a:r>
              <a:t>• Page load states: Verifies page loaders disappear before checking items.</a:t>
            </a:r>
            <a:br/>
            <a:r>
              <a:t>• Tab highlights: Assures selected categories are highlighted appropriately.</a:t>
            </a:r>
            <a:br/>
            <a:r>
              <a:t>• Breadcrumb matching: Verifies correct path text displays at top of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Running headlessly in cloud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Running tests online without visuals:</a:t>
            </a:r>
            <a:br/>
            <a:br/>
            <a:r>
              <a:t>• Hover Issue: Hover actions did not trigger sub-menus in headless mode.</a:t>
            </a:r>
            <a:br/>
            <a:r>
              <a:t>• Solution 1: We used direct category links (URLs) to open pages directly.</a:t>
            </a:r>
            <a:br/>
            <a:r>
              <a:t>• Solution 2: Built js_click() to click menu items directly via JavaScript.</a:t>
            </a:r>
            <a:br/>
            <a:br/>
            <a:r>
              <a:t>Key Files: navigation_page.py, test_navigation.py</a:t>
            </a:r>
            <a:br/>
            <a:r>
              <a:t>Scenarios Automated: 3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Product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Product Details Verification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Ensuring items display details correctly:</a:t>
            </a:r>
            <a:br/>
            <a:br/>
            <a:r>
              <a:t>• Detail Pages: Clicking a product card successfully opens its detail page.</a:t>
            </a:r>
            <a:br/>
            <a:r>
              <a:t>• Price matching: Confirms catalog price matches detail page price.</a:t>
            </a:r>
            <a:br/>
            <a:r>
              <a:t>• Stock Check: Items marked zero stock disable the buy-button and display 'Out of Stock' text.</a:t>
            </a:r>
            <a:br/>
            <a:r>
              <a:t>• Image validation: Asserts product pictures load correctly.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Error Redirects &amp; Dynamic Tags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dynamic listing boundaries:</a:t>
            </a:r>
            <a:br/>
            <a:br/>
            <a:r>
              <a:t>• Invalid ID: Typing a wrong product ID in link redirects user back to shop page with an error.</a:t>
            </a:r>
            <a:br/>
            <a:r>
              <a:t>• Special Badges: Checks if 'New' or 'Sale' tags show up on products.</a:t>
            </a:r>
            <a:br/>
            <a:r>
              <a:t>• UI list grid: Confirms all items display title, price, and thumbnail.</a:t>
            </a:r>
            <a:br/>
            <a:br/>
            <a:r>
              <a:t>Key Files: product_page.py, test_catalog.py</a:t>
            </a:r>
            <a:br/>
            <a:r>
              <a:t>Scenarios Automated: 7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Shopping Cart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Cart Actions &amp; Price Sums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additions, modifications, and pricing math:</a:t>
            </a:r>
            <a:br/>
            <a:br/>
            <a:r>
              <a:t>• Add to Cart: Verifies selected size, color, and count transfer to cart.</a:t>
            </a:r>
            <a:br/>
            <a:r>
              <a:t>• Quantity Updates: Modifying number of items updates price dynamically.</a:t>
            </a:r>
            <a:br/>
            <a:r>
              <a:t>• Math Check: Asserts quantity * item price equals subtotal.</a:t>
            </a:r>
            <a:br/>
            <a:r>
              <a:t>• Item Removal: Clicking delete removes item, updating total to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Wait Conditions &amp; Sync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Preventing test failures when website loads slowly:</a:t>
            </a:r>
            <a:br/>
            <a:br/>
            <a:r>
              <a:t>• Slow AJAX updates: Cart badge number updates slowly over network.</a:t>
            </a:r>
            <a:br/>
            <a:r>
              <a:t>• Solution: Written wait code that blocks tests from clicking checkout until the cart badge count matches expected amount.</a:t>
            </a:r>
            <a:br/>
            <a:r>
              <a:t>• Empty Cart state: Confirms cart shows 'Cart is empty' if no items are inside.</a:t>
            </a:r>
            <a:br/>
            <a:br/>
            <a:r>
              <a:t>Key Files: cart_page.py, test_cart.py</a:t>
            </a:r>
            <a:br/>
            <a:r>
              <a:t>Scenarios Automated: 7 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Checkout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Billing Form Validation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text field inputs during order checkout:</a:t>
            </a:r>
            <a:br/>
            <a:br/>
            <a:r>
              <a:t>• Address Fields: Automatically fills name, street address, zip, and email.</a:t>
            </a:r>
            <a:br/>
            <a:r>
              <a:t>• Country Dropdown: Checks country lists respond correctly on click.</a:t>
            </a:r>
            <a:br/>
            <a:r>
              <a:t>• Price matching: Verifies total checkout bill matches shopping cart sum.</a:t>
            </a:r>
            <a:br/>
            <a:r>
              <a:t>• Delivery options: Selects shipping types (standard or priority).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Required Fields &amp; Format Checks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input limits on billing forms:</a:t>
            </a:r>
            <a:br/>
            <a:br/>
            <a:r>
              <a:t>• Empty Required Fields: Leaving name or zip code blank shows red warning flags.</a:t>
            </a:r>
            <a:br/>
            <a:r>
              <a:t>• Wrong Email Format: Typing an invalid email address triggers format error.</a:t>
            </a:r>
            <a:br/>
            <a:r>
              <a:t>• Masked inputs: Asserts card number fields are masked during payment typing.</a:t>
            </a:r>
            <a:br/>
            <a:br/>
            <a:r>
              <a:t>Key Files: checkout_page.py, test_checkout.py</a:t>
            </a:r>
            <a:br/>
            <a:r>
              <a:t>Scenarios Automated: 3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Order Confirmation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Order Receipts &amp; Success Screen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Capturing purchase confirmations:</a:t>
            </a:r>
            <a:br/>
            <a:br/>
            <a:r>
              <a:t>• Success page: Placing order redirects to order confirmation page.</a:t>
            </a:r>
            <a:br/>
            <a:r>
              <a:t>• Thank-You banner: Verifies visual display of 'Thank You for Your Order!' text.</a:t>
            </a:r>
            <a:br/>
            <a:r>
              <a:t>• ID Extraction: Automatically parses confirmation text and extracts unique order tracking ID.</a:t>
            </a:r>
            <a:br/>
            <a:r>
              <a:t>• Bill matching: Verifies item summary matches checkout totals.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Security checks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Verifying access blocks on confirmation screens:</a:t>
            </a:r>
            <a:br/>
            <a:br/>
            <a:r>
              <a:t>• Block Direct Links: Accessing confirmation link directly with empty cart redirects user back to shop.</a:t>
            </a:r>
            <a:br/>
            <a:r>
              <a:t>• Session Clear: Asserts cart database clears completely after checkout finishes.</a:t>
            </a:r>
            <a:br/>
            <a:r>
              <a:t>• Duplicate prevention: Reloading page redirects to account history.</a:t>
            </a:r>
            <a:br/>
            <a:br/>
            <a:r>
              <a:t>Key Files: order_status_page.py, test_order.py</a:t>
            </a:r>
            <a:br/>
            <a:r>
              <a:t>Scenarios Automated: 2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Product Filters (BDD)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Filtering Scenarios in BDD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catalog filters using plain English step scripts:</a:t>
            </a:r>
            <a:br/>
            <a:br/>
            <a:r>
              <a:t>• Single Filter (Formal category): Selecting 'Formal' reduces items to only formal dresses.</a:t>
            </a:r>
            <a:br/>
            <a:r>
              <a:t>• Multiple Filters (Formal + Footwear): Selecting both expands catalog grid count (OR logic).</a:t>
            </a:r>
            <a:br/>
            <a:r>
              <a:t>• State comparison: Test code checks listing count before and after applying filter checkboxes.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Zero Matches (Boundary Tests)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Verifying catalog response to incompatible filters:</a:t>
            </a:r>
            <a:br/>
            <a:br/>
            <a:r>
              <a:t>• No matches: Filtering by Footwear and color Red yields zero items.</a:t>
            </a:r>
            <a:br/>
            <a:r>
              <a:t>• Zero banner: Checks if 'No products match your criteria' shows up correctly.</a:t>
            </a:r>
            <a:br/>
            <a:r>
              <a:t>• Reset filters: Verifies clicking 'Reset' restores the full catalog list.</a:t>
            </a:r>
            <a:br/>
            <a:br/>
            <a:r>
              <a:t>Key Files: features/filters.feature, test_filters.py</a:t>
            </a:r>
            <a:br/>
            <a:r>
              <a:t>Scenarios Automated: 3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REST API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API Endpoints Automated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Verifying backend mock database server using direct API calls:</a:t>
            </a:r>
            <a:br/>
            <a:br/>
            <a:r>
              <a:t>• POST /auth/login: Validates user password, returns bearer JWT token.</a:t>
            </a:r>
            <a:br/>
            <a:r>
              <a:t>• GET /products: Loads product list data details.</a:t>
            </a:r>
            <a:br/>
            <a:r>
              <a:t>• GET /products/{id}: Verifies details of a specific item.</a:t>
            </a:r>
            <a:br/>
            <a:r>
              <a:t>• POST /carts/add: Tests adding items to a user cart.</a:t>
            </a:r>
            <a:br/>
            <a:r>
              <a:t>• POST /orders: Simulates checkout payment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Resilience &amp; Session Controls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Configuring API connections for pipeline stability:</a:t>
            </a:r>
            <a:br/>
            <a:br/>
            <a:r>
              <a:t>• 10s Timeouts: All requests stop after 10 seconds to avoid endless hangs.</a:t>
            </a:r>
            <a:br/>
            <a:r>
              <a:t>• Connection Retries: Retries automatically up to 3 times on temporary network failures.</a:t>
            </a:r>
            <a:br/>
            <a:r>
              <a:t>• expected failures: Marks API tests as xfail if third-party server crashes, protecting GitHub Action status.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Test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Visual Reports &amp; Local HTML Files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Creating simple, clear test results for the project review:</a:t>
            </a:r>
            <a:br/>
            <a:br/>
            <a:r>
              <a:t>• Allure Dashboard: Interactive web report showing pie charts of passed, failed, and skipped tests.</a:t>
            </a:r>
            <a:br/>
            <a:r>
              <a:t>• Step lists: Shows Gherkin scenarios with checkmarks next to each step.</a:t>
            </a:r>
            <a:br/>
            <a:r>
              <a:t>• Local HTML: Single HTML file report created automatically on local run for easy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Automatic Screenshots &amp; Logs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Diagnostic helpers when tests fail:</a:t>
            </a:r>
            <a:br/>
            <a:br/>
            <a:r>
              <a:t>• Automatic Screenshots: If a test fails, code instantly takes a picture of Chrome screen.</a:t>
            </a:r>
            <a:br/>
            <a:r>
              <a:t>• Report embedding: Attaches failure pictures directly inside Allure steps.</a:t>
            </a:r>
            <a:br/>
            <a:r>
              <a:t>• Text Log: Detailed timestamp logging writes actions to logs/execution.log.</a:t>
            </a:r>
            <a:br/>
            <a:br/>
            <a:r>
              <a:t>Key Files: conftest.py, pytest.ini, logs/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MODULE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Module: Continuous Integration (CI/CD)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GitHub Actions Automation Gates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Testing code automatically on the cloud:</a:t>
            </a:r>
            <a:br/>
            <a:br/>
            <a:r>
              <a:t>• Auto Runs: Tests start automatically on push/PR commits to main.</a:t>
            </a:r>
            <a:br/>
            <a:r>
              <a:t>• Environment Setup: Installs Python automatically.</a:t>
            </a:r>
            <a:br/>
            <a:r>
              <a:t>• Cache speedups: Caches pip folders to reduce package install times.</a:t>
            </a:r>
            <a:br/>
            <a:r>
              <a:t>• Cloud browser: Executes tests in headless Chrome on Ubuntu runners.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Headless Settings &amp; Reports Upload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Cloud runner configurations:</a:t>
            </a:r>
            <a:br/>
            <a:br/>
            <a:r>
              <a:t>• Headless Flags: Disables Chrome visuals for speed (--headless=new, --no-sandbox).</a:t>
            </a:r>
            <a:br/>
            <a:r>
              <a:t>• Driver manager: Auto-detects cloud browser version and downloads correct driver.</a:t>
            </a:r>
            <a:br/>
            <a:r>
              <a:t>• Reports upload: Uploads HTML files and screenshots as artifacts at the end of runs.</a:t>
            </a:r>
            <a:br/>
            <a:br/>
            <a:r>
              <a:t>Key Files: .github/workflows/ci.yml</a:t>
            </a:r>
            <a:br/>
            <a:r>
              <a:t>CI Run Time: ~2 min 40 sec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Execution Flow: E2E User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LOGIN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User logs in with correct password. Browser saves cookie/session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CATEGORIES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User opens clothes catalog pages (Men, Women, or Kids).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FILTER ITEMS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Applies search checkboxes (like size or color) in Gherkin BDD English.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CART ADD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Selects product details and adds item to the cart.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CART EDIT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Adjusts quantities and checks if totals update correctly.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6. CHECKOUT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Fills address form and submits payment to place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011680"/>
            <a:ext cx="1444752" cy="411480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148840"/>
            <a:ext cx="1261872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3E97B"/>
                </a:solidFill>
                <a:latin typeface="Segoe UI"/>
              </a:defRPr>
            </a:pPr>
            <a:r>
              <a:t>7. API CHECK</a:t>
            </a:r>
          </a:p>
          <a:p>
            <a:pPr>
              <a:lnSpc>
                <a:spcPct val="115000"/>
              </a:lnSpc>
              <a:defRPr sz="950">
                <a:solidFill>
                  <a:srgbClr val="A0A0B0"/>
                </a:solidFill>
                <a:latin typeface="Segoe UI"/>
              </a:defRPr>
            </a:pPr>
            <a:r>
              <a:t>Sends backend API requests directly to confirm database values match.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Test Execution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5912" cy="466344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ytes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4303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Website Execution Screenshots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20260522_162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20260522_162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937760" cy="1828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20260522_162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4937760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4023360"/>
            <a:ext cx="5120640" cy="201168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20260522_1625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114800"/>
            <a:ext cx="49377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CI/CD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CI/CD Integration using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GitHub Workflow Runs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Automatically runs tests in the cloud on every update:</a:t>
            </a:r>
            <a:br/>
            <a:br/>
            <a:r>
              <a:t>• Trigger: Starts automatically on push or pull requests.</a:t>
            </a:r>
            <a:br/>
            <a:r>
              <a:t>• Environment: Configures Python environment and restores cached libraries.</a:t>
            </a:r>
            <a:br/>
            <a:r>
              <a:t>• Headless Execution: Disables Chrome visuals for faster cloud execution.</a:t>
            </a:r>
            <a:br/>
            <a:r>
              <a:t>• Archiver: Packages Allure and HTML results as download files.</a:t>
            </a:r>
            <a:br/>
            <a:r>
              <a:t>• Merge Gate: Code must pass tests before being merged to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GitHub Actions Cloud Runner Details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Headless browser options: --headless=new, --no-sandbox.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Webdriver manager: Installs matching driver version in cloud.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Average runtime: 2 minutes 42 seconds.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Pip Caching: Saves ~60 seconds of setup time.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Artifact Uploads: Test files stored on GitHub for 90 days.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Parallel execution: Distributes tests on cloud CPUs to run faster.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DEMO / LIVE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to Run the Tests &amp; Repository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Setup Instructions &amp; Repository URL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GitHub Repository Link: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  https://github.com/L1QU1D26/BUG-Busters-E2E-Automation-Framework.git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Clone project repository: git clone &lt;url&gt;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Create python env: python -m venv .venv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Activate env: .venv\Scripts\activate (Windows)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Install libraries: pip install -r requirements.txt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Browser: Google Chrome installed on local computer.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• Configuration: Edit config/config.json for target websites.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3E97B"/>
                </a:solidFill>
                <a:latin typeface="Consolas"/>
              </a:defRPr>
            </a:pPr>
            <a:r>
              <a:t>Terminal Commands (CLI)</a:t>
            </a:r>
          </a:p>
          <a:p>
            <a:pPr>
              <a:defRPr sz="1000">
                <a:solidFill>
                  <a:srgbClr val="A0A0B0"/>
                </a:solidFill>
                <a:latin typeface="Consolas"/>
              </a:defRPr>
            </a:pPr>
            <a:r>
              <a:t># Run all tests (UI &amp; API) in headless mode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$ pytest --headless=true</a:t>
            </a:r>
          </a:p>
          <a:p>
            <a:pPr>
              <a:defRPr sz="1000">
                <a:solidFill>
                  <a:srgbClr val="A0A0B0"/>
                </a:solidFill>
                <a:latin typeface="Consolas"/>
              </a:defRPr>
            </a:pPr>
            <a:r>
              <a:t># Run tests locally in browser mode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$ pytest</a:t>
            </a:r>
          </a:p>
          <a:p>
            <a:pPr>
              <a:defRPr sz="1000">
                <a:solidFill>
                  <a:srgbClr val="A0A0B0"/>
                </a:solidFill>
                <a:latin typeface="Consolas"/>
              </a:defRPr>
            </a:pPr>
            <a:r>
              <a:t># Run only tests tagged as positive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$ pytest -m positive</a:t>
            </a:r>
          </a:p>
          <a:p>
            <a:pPr>
              <a:defRPr sz="1000">
                <a:solidFill>
                  <a:srgbClr val="A0A0B0"/>
                </a:solidFill>
                <a:latin typeface="Consolas"/>
              </a:defRPr>
            </a:pPr>
            <a:r>
              <a:t># Run only API backend tests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$ pytest tests/test_api.py</a:t>
            </a:r>
          </a:p>
          <a:p>
            <a:pPr>
              <a:defRPr sz="1000">
                <a:solidFill>
                  <a:srgbClr val="A0A0B0"/>
                </a:solidFill>
                <a:latin typeface="Consolas"/>
              </a:defRPr>
            </a:pPr>
            <a:r>
              <a:t># Run and create simple HTML report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$ pytest --html=reports/report.html</a:t>
            </a:r>
          </a:p>
          <a:p>
            <a:pPr>
              <a:defRPr sz="1000">
                <a:solidFill>
                  <a:srgbClr val="A0A0B0"/>
                </a:solidFill>
                <a:latin typeface="Consolas"/>
              </a:defRPr>
            </a:pPr>
            <a:r>
              <a:t># View Allure dashboard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$ allure serve reports/allure-results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C63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All Goals Met Successfully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All target automation tests were completed successfully. Covered shopping catalog, login, cart, checkout billing, order receipts, and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Stable Execution (0% Flaky)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Wait conditions and browser synchronization eliminated random errors in both local and online test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Clean POM Design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Element IDs are separate from test steps. New team members can read and update tests easily.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75488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Continuous Delivery</a:t>
            </a:r>
          </a:p>
          <a:p>
            <a:pPr>
              <a:lnSpc>
                <a:spcPct val="120000"/>
              </a:lnSpc>
              <a:defRPr sz="1200">
                <a:solidFill>
                  <a:srgbClr val="A0A0B0"/>
                </a:solidFill>
                <a:latin typeface="Segoe UI"/>
              </a:defRPr>
            </a:pPr>
            <a:r>
              <a:t>GitHub Actions status checks make sure no regression code can be merged into main.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59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8000" b="1">
                <a:solidFill>
                  <a:srgbClr val="43E97B"/>
                </a:solidFill>
                <a:latin typeface="Segoe UI"/>
              </a:defRPr>
            </a:pPr>
            <a:r>
              <a:t>✓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3E97B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Any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Segoe UI"/>
              </a:defRPr>
            </a:pPr>
            <a:r>
              <a:t>Send us an email: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4572000"/>
            <a:ext cx="3200400" cy="457200"/>
          </a:xfrm>
          <a:prstGeom prst="roundRect">
            <a:avLst/>
          </a:prstGeom>
          <a:solidFill>
            <a:srgbClr val="181830"/>
          </a:solidFill>
          <a:ln w="12700"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46177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0B0"/>
                </a:solidFill>
                <a:latin typeface="Segoe UI"/>
              </a:defRPr>
            </a:pPr>
            <a:r>
              <a:t>Enter email address here...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4572000"/>
            <a:ext cx="1280160" cy="457200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46177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0D1A"/>
                </a:solidFill>
                <a:latin typeface="Segoe UI"/>
              </a:defRPr>
            </a:pPr>
            <a:r>
              <a:t>Send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